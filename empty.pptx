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tags" Target="../tags/tag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汉仪旗黑</vt:lpstr>
      <vt:lpstr>宋体</vt:lpstr>
      <vt:lpstr>Arial Unicode MS</vt:lpstr>
      <vt:lpstr>苹方-简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minghualiu</cp:lastModifiedBy>
  <cp:revision>167</cp:revision>
  <dcterms:created xsi:type="dcterms:W3CDTF">2026-04-02T06:45:20Z</dcterms:created>
  <dcterms:modified xsi:type="dcterms:W3CDTF">2026-04-02T06:45:20Z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FDE0B00EB6EAD2FB5BADCC69BAEFE9A8_41</vt:lpwstr>
  </property>
</Properties>
</file>